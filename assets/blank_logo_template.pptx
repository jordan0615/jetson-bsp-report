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795" y="4744200"/>
            <a:ext cx="961524" cy="1993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795" y="4744200"/>
            <a:ext cx="961524" cy="1993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